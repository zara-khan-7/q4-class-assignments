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8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2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1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1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4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0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5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1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3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9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12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56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84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30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19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03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567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Chain of Thought (</a:t>
            </a:r>
            <a:r>
              <a:rPr lang="en-US" sz="4000" b="1" dirty="0" err="1"/>
              <a:t>CoT</a:t>
            </a:r>
            <a:r>
              <a:rPr lang="en-US" sz="4000" b="1" dirty="0"/>
              <a:t>) vs Tree of Thoughts (</a:t>
            </a:r>
            <a:r>
              <a:rPr lang="en-US" sz="4000" b="1" dirty="0" err="1"/>
              <a:t>ToT</a:t>
            </a:r>
            <a:r>
              <a:rPr lang="en-US" sz="4000" b="1" dirty="0"/>
              <a:t>) Prompting</a:t>
            </a:r>
            <a:r>
              <a:rPr lang="en-US" sz="4000" dirty="0"/>
              <a:t>: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Chain of Thought (</a:t>
            </a:r>
            <a:r>
              <a:rPr sz="2400" dirty="0" err="1"/>
              <a:t>CoT</a:t>
            </a:r>
            <a:r>
              <a:rPr sz="2400" dirty="0"/>
              <a:t>):</a:t>
            </a:r>
          </a:p>
          <a:p>
            <a:r>
              <a:rPr sz="2400" dirty="0"/>
              <a:t>Chain of Thought (</a:t>
            </a:r>
            <a:r>
              <a:rPr sz="2400" dirty="0" err="1"/>
              <a:t>CoT</a:t>
            </a:r>
            <a:r>
              <a:rPr sz="2400" dirty="0"/>
              <a:t>) vs Tree of Thoughts (</a:t>
            </a:r>
            <a:r>
              <a:rPr sz="2400" dirty="0" err="1"/>
              <a:t>ToT</a:t>
            </a:r>
            <a:r>
              <a:rPr sz="2400" dirty="0"/>
              <a:t>) Prompting</a:t>
            </a:r>
          </a:p>
          <a:p>
            <a:endParaRPr sz="2400" dirty="0"/>
          </a:p>
          <a:p>
            <a:r>
              <a:rPr sz="2400" dirty="0"/>
              <a:t>Tree of Thoughts (</a:t>
            </a:r>
            <a:r>
              <a:rPr sz="2400" dirty="0" err="1"/>
              <a:t>ToT</a:t>
            </a:r>
            <a:r>
              <a:rPr sz="2400" dirty="0"/>
              <a:t>):</a:t>
            </a:r>
          </a:p>
          <a:p>
            <a:r>
              <a:rPr sz="2400" dirty="0"/>
              <a:t>Understanding the structural and strategic differences between two advanced reasoning techniques in AI prompting.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Chain of Thought (CoT):</a:t>
            </a:r>
          </a:p>
          <a:p>
            <a:r>
              <a:t>Chain of Thought (CoT): A prompting method that guides AI to reason step-by-step linearly before producing an answer.</a:t>
            </a:r>
          </a:p>
          <a:p>
            <a:endParaRPr/>
          </a:p>
          <a:p>
            <a:r>
              <a:t>Tree of Thoughts (ToT):</a:t>
            </a:r>
          </a:p>
          <a:p>
            <a:r>
              <a:t>Tree of Thoughts (ToT): A prompting method that explores multiple reasoning paths (branches) simultaneously to find the most optimal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Chain of Thought (CoT):</a:t>
            </a:r>
          </a:p>
          <a:p>
            <a:r>
              <a:t>CoT focuses on a single reasoning path where each step builds upon the previous one.</a:t>
            </a:r>
          </a:p>
          <a:p>
            <a:endParaRPr/>
          </a:p>
          <a:p>
            <a:r>
              <a:t>Tree of Thoughts (ToT):</a:t>
            </a:r>
          </a:p>
          <a:p>
            <a:r>
              <a:t>ToT involves branching reasoning paths that can be evaluated and pruned based on logic or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Chain of Thought (CoT):</a:t>
            </a:r>
          </a:p>
          <a:p>
            <a:r>
              <a:t>CoT aims to make the model’s reasoning process transparent and coherent.</a:t>
            </a:r>
          </a:p>
          <a:p>
            <a:endParaRPr/>
          </a:p>
          <a:p>
            <a:r>
              <a:t>Tree of Thoughts (ToT):</a:t>
            </a:r>
          </a:p>
          <a:p>
            <a:r>
              <a:t>ToT aims to enhance reasoning accuracy by exploring multiple solution paths before selecting the best.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Chain of Thought (CoT):</a:t>
            </a:r>
          </a:p>
          <a:p>
            <a:r>
              <a:t>CoT: Linear structure – one chain of reasoning from start to finish.</a:t>
            </a:r>
          </a:p>
          <a:p>
            <a:endParaRPr/>
          </a:p>
          <a:p>
            <a:r>
              <a:t>Tree of Thoughts (ToT):</a:t>
            </a:r>
          </a:p>
          <a:p>
            <a:r>
              <a:t>ToT: Hierarchical structure – tree of multiple reasoning branches that can merge or diverge.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Cognitive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Chain of Thought (CoT):</a:t>
            </a:r>
          </a:p>
          <a:p>
            <a:r>
              <a:t>CoT is like following a single train of thought to reach a conclusion.</a:t>
            </a:r>
          </a:p>
          <a:p>
            <a:endParaRPr/>
          </a:p>
          <a:p>
            <a:r>
              <a:t>Tree of Thoughts (ToT):</a:t>
            </a:r>
          </a:p>
          <a:p>
            <a:r>
              <a:t>ToT is like brainstorming multiple ideas, evaluating them, and choosing the best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Chain of Thought (CoT):</a:t>
            </a:r>
          </a:p>
          <a:p>
            <a:r>
              <a:t>CoT Example: Solving a math problem step-by-step — each step logically follows the previous one.</a:t>
            </a:r>
          </a:p>
          <a:p>
            <a:endParaRPr/>
          </a:p>
          <a:p>
            <a:r>
              <a:t>Tree of Thoughts (ToT):</a:t>
            </a:r>
          </a:p>
          <a:p>
            <a:r>
              <a:t>ToT Example: Exploring different solution strategies (e.g., algebraic vs. geometric) before deciding the most efficient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Real-World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Chain of Thought (CoT):</a:t>
            </a:r>
          </a:p>
          <a:p>
            <a:r>
              <a:t>CoT: Used in logical reasoning tasks, math problem solving, and structured Q&amp;A.</a:t>
            </a:r>
          </a:p>
          <a:p>
            <a:endParaRPr/>
          </a:p>
          <a:p>
            <a:r>
              <a:t>Tree of Thoughts (ToT):</a:t>
            </a:r>
          </a:p>
          <a:p>
            <a:r>
              <a:t>ToT: Used in planning, decision-making, and problem-solving where multiple possible outcomes exist.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Chain of Thought (CoT):</a:t>
            </a:r>
          </a:p>
          <a:p>
            <a:r>
              <a:t>CoT: Easy to implement, interpretable reasoning, improves reliability for single-path problems.</a:t>
            </a:r>
          </a:p>
          <a:p>
            <a:endParaRPr/>
          </a:p>
          <a:p>
            <a:r>
              <a:t>Tree of Thoughts (ToT):</a:t>
            </a:r>
          </a:p>
          <a:p>
            <a:r>
              <a:t>ToT: Handles complex problems, enhances creativity, supports evaluation of multiple reasoning directions.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Chain of Thought (CoT):</a:t>
            </a:r>
          </a:p>
          <a:p>
            <a:r>
              <a:t>CoT: May miss alternative solutions if the single reasoning path is flawed.</a:t>
            </a:r>
          </a:p>
          <a:p>
            <a:endParaRPr/>
          </a:p>
          <a:p>
            <a:r>
              <a:t>Tree of Thoughts (ToT):</a:t>
            </a:r>
          </a:p>
          <a:p>
            <a:r>
              <a:t>ToT: Computationally expensive; requires mechanisms to manage and evaluate multiple branches.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Chain of Thought (CoT):</a:t>
            </a:r>
          </a:p>
          <a:p>
            <a:r>
              <a:t>CoT: Linear reasoning with focus on step-by-step logic.</a:t>
            </a:r>
          </a:p>
          <a:p>
            <a:r>
              <a:t>Real-world use: Math explanations, reasoning tasks.</a:t>
            </a:r>
          </a:p>
          <a:p>
            <a:endParaRPr/>
          </a:p>
          <a:p>
            <a:r>
              <a:t>Tree of Thoughts (ToT):</a:t>
            </a:r>
          </a:p>
          <a:p>
            <a:r>
              <a:t>ToT: Branching reasoning that evaluates multiple possibilities.</a:t>
            </a:r>
          </a:p>
          <a:p>
            <a:r>
              <a:t>Real-world use: Strategic decision-making, creative problem solving.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</TotalTime>
  <Words>545</Words>
  <Application>Microsoft Office PowerPoint</Application>
  <PresentationFormat>On-screen Show (4:3)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Celestial</vt:lpstr>
      <vt:lpstr>Chain of Thought (CoT) vs Tree of Thoughts (ToT) Prompting:</vt:lpstr>
      <vt:lpstr>1. Introduction</vt:lpstr>
      <vt:lpstr>2. Core Idea</vt:lpstr>
      <vt:lpstr>3. Objective</vt:lpstr>
      <vt:lpstr>4. Structure</vt:lpstr>
      <vt:lpstr>5. Cognitive Analogy</vt:lpstr>
      <vt:lpstr>6. Example</vt:lpstr>
      <vt:lpstr>7. Real-World Use Case</vt:lpstr>
      <vt:lpstr>8. Strengths</vt:lpstr>
      <vt:lpstr>9. Limitations</vt:lpstr>
      <vt:lpstr>10.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 of Thought (CoT) vs Tree of Thoughts (ToT) Prompting: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2025-11-03T19:02:56Z</dcterms:modified>
  <cp:category/>
</cp:coreProperties>
</file>