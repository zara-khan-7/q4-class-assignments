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5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0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2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8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9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3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0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4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8154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25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9192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51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2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819633"/>
          </a:xfrm>
        </p:spPr>
        <p:txBody>
          <a:bodyPr>
            <a:normAutofit/>
          </a:bodyPr>
          <a:lstStyle/>
          <a:p>
            <a:r>
              <a:rPr lang="en-US" dirty="0" smtClean="0"/>
              <a:t>PROMPT ENGINEERING</a:t>
            </a:r>
            <a:br>
              <a:rPr lang="en-US" dirty="0" smtClean="0"/>
            </a:br>
            <a:r>
              <a:rPr lang="en-US" dirty="0" smtClean="0"/>
              <a:t>VS</a:t>
            </a:r>
            <a:br>
              <a:rPr lang="en-US" dirty="0" smtClean="0"/>
            </a:br>
            <a:r>
              <a:rPr lang="en-US" dirty="0" smtClean="0"/>
              <a:t>CONTEXT ENGINEERING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0471"/>
            <a:ext cx="8229600" cy="4525963"/>
          </a:xfrm>
        </p:spPr>
        <p:txBody>
          <a:bodyPr/>
          <a:lstStyle/>
          <a:p>
            <a:r>
              <a:rPr dirty="0"/>
              <a:t>Prompt Engineering:</a:t>
            </a:r>
          </a:p>
          <a:p>
            <a:r>
              <a:rPr dirty="0"/>
              <a:t>Prompt Engineering vs Context Engineering</a:t>
            </a:r>
          </a:p>
          <a:p>
            <a:endParaRPr dirty="0"/>
          </a:p>
          <a:p>
            <a:r>
              <a:rPr dirty="0"/>
              <a:t>Context Engineering:</a:t>
            </a:r>
          </a:p>
          <a:p>
            <a:r>
              <a:rPr dirty="0"/>
              <a:t>Understanding the key differences between two essential AI optimization methods.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Prompt Engineering:</a:t>
            </a:r>
          </a:p>
          <a:p>
            <a:r>
              <a:rPr dirty="0"/>
              <a:t>Prompt Engineering: Focuses on designing effective prompts to guide AI output.</a:t>
            </a:r>
          </a:p>
          <a:p>
            <a:endParaRPr dirty="0"/>
          </a:p>
          <a:p>
            <a:r>
              <a:rPr dirty="0"/>
              <a:t>Context Engineering:</a:t>
            </a:r>
          </a:p>
          <a:p>
            <a:r>
              <a:rPr dirty="0"/>
              <a:t>Context Engineering: Focuses on structuring data and background information to improve AI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The art of formulating precise and goal-oriented instructions.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The practice of managing contextual data to shape AI behavior indirectly.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Main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Ensures clarity, accuracy, and creativity in AI responses.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Ensures continuity, personalization, and relevance in AI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Works through direct textual instructions and prompt formatting.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Works through environmental setup, memory, and external knowledge bases.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Example: 'Explain AI ethics using simple analogies.'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Example: AI already has stored references about the user’s profession, tone, or prior discussions.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Scope of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Affects immediate response quality and specificity.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Affects long-term coherence and adaptive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Few-shot prompting, zero-shot prompting, role-based prompts.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Memory management, retrieval augmentation, context windows.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Prompt Engineering:</a:t>
            </a:r>
          </a:p>
          <a:p>
            <a:r>
              <a:t>Prompt Engineering: Used in content generation, problem-solving, and creative writing.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Used in chatbots, recommendation systems, and personalized assistants.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Key Difference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Engineering:</a:t>
            </a:r>
          </a:p>
          <a:p>
            <a:r>
              <a:t>Prompt Engineering: Optimizes the *input* for best AI response.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Optimizes the *environment* for meaningful AI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Prompt Engineering:</a:t>
            </a:r>
          </a:p>
          <a:p>
            <a:r>
              <a:t>Prompt Engineering: Direct control through prompt wording.</a:t>
            </a:r>
          </a:p>
          <a:p>
            <a:endParaRPr/>
          </a:p>
          <a:p>
            <a:r>
              <a:t>Context Engineering:</a:t>
            </a:r>
          </a:p>
          <a:p>
            <a:r>
              <a:t>Context Engineering: Indirect control through context shaping.</a:t>
            </a:r>
          </a:p>
          <a:p>
            <a:endParaRPr/>
          </a:p>
          <a:p>
            <a:r>
              <a:t>Both are complementary in achieving intelligent AI interactions.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</TotalTime>
  <Words>386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PROMPT ENGINEERING VS CONTEXT ENGINEERING</vt:lpstr>
      <vt:lpstr>1. Introduction</vt:lpstr>
      <vt:lpstr>2. Core Concept</vt:lpstr>
      <vt:lpstr>3. Main Objective</vt:lpstr>
      <vt:lpstr>4. Approach</vt:lpstr>
      <vt:lpstr>5. Example</vt:lpstr>
      <vt:lpstr>6. Scope of Influence</vt:lpstr>
      <vt:lpstr>7. Tools and Techniques</vt:lpstr>
      <vt:lpstr>8. Applications</vt:lpstr>
      <vt:lpstr>9. Key Difference Summary</vt:lpstr>
      <vt:lpstr>10.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VS CONTEXT ENGINEERING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2025-11-03T18:48:18Z</dcterms:modified>
  <cp:category/>
</cp:coreProperties>
</file>